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10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0"/>
            <a:ext cx="1280160" cy="12801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0C4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772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RG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68880" y="640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Réseaux Guinée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468880" y="1554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49A"/>
                </a:solidFill>
              </a:rPr>
              <a:t>Plateforme de mise en relation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C49A"/>
                </a:solidFill>
              </a:rPr>
              <a:t>Ouvriers — Clients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2743200"/>
            <a:ext cx="54864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4572000"/>
            <a:ext cx="8979408" cy="5715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177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Guinée  •  Technologie  •  Emploi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1155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3B"/>
                </a:solidFill>
              </a:rPr>
              <a:t>Objectif du projet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3B"/>
                </a:solidFill>
              </a:rPr>
              <a:t>Utilisateurs cibles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2374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542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3B"/>
                </a:solidFill>
              </a:rPr>
              <a:t>Structure du site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23697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2552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3B"/>
                </a:solidFill>
              </a:rPr>
              <a:t>Fonctionnalités principales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3B"/>
                </a:solidFill>
              </a:rPr>
              <a:t>Base de données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097280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1115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3B"/>
                </a:solidFill>
              </a:rPr>
              <a:t>Flux utilisateur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810512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3B"/>
                </a:solidFill>
              </a:rPr>
              <a:t>Technologies proposées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2523744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25420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3B"/>
                </a:solidFill>
              </a:rPr>
              <a:t>Design UI/UX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3236976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32552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3B"/>
                </a:solidFill>
              </a:rPr>
              <a:t>Priorités de développement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3950208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9684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A3B"/>
                </a:solidFill>
              </a:rPr>
              <a:t>Points importants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OBJECTIF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73152" cy="42291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503920" cy="100584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1B2A3B"/>
                </a:solidFill>
              </a:rPr>
              <a:t>Créer une plateforme web qui connecte les ouvriers guinéens aux clients qui ont besoin de leurs services.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277477"/>
            <a:ext cx="2651760" cy="2286000"/>
          </a:xfrm>
          <a:prstGeom prst="rect">
            <a:avLst/>
          </a:prstGeom>
          <a:solidFill>
            <a:srgbClr val="F0F6FA"/>
          </a:solidFill>
          <a:ln w="12700">
            <a:solidFill>
              <a:srgbClr val="02809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👷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</a:rPr>
              <a:t>Pour les Ouvriers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3B"/>
                </a:solidFill>
              </a:rPr>
              <a:t>S'inscrire, présenter leurs compétences et être contactés facilement.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331720"/>
            <a:ext cx="2651760" cy="2286000"/>
          </a:xfrm>
          <a:prstGeom prst="rect">
            <a:avLst/>
          </a:prstGeom>
          <a:solidFill>
            <a:srgbClr val="F0F6FA"/>
          </a:solidFill>
          <a:ln w="12700">
            <a:solidFill>
              <a:srgbClr val="02809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</a:rPr>
              <a:t>Pour les Clients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34564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3B"/>
                </a:solidFill>
              </a:rPr>
              <a:t>Trouver et contacter rapidement un ouvrier selon le métier et la localisation.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331720"/>
            <a:ext cx="2651760" cy="2286000"/>
          </a:xfrm>
          <a:prstGeom prst="rect">
            <a:avLst/>
          </a:prstGeom>
          <a:solidFill>
            <a:srgbClr val="F0F6FA"/>
          </a:solidFill>
          <a:ln w="12700">
            <a:solidFill>
              <a:srgbClr val="02809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</a:rPr>
              <a:t>La Plateforme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34564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3B"/>
                </a:solidFill>
              </a:rPr>
              <a:t>Intuitive, accessible et adaptée aux besoins des deux publics.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UTILISATEURS CIBLES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👷 OUVRIER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Crée un profil personnel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Ajoute ses informations : nom, métier, ville, téléphone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Renseigne compétences &amp; expérience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Télécharge sa photo de profil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Peut être contacté directement par les clients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3931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789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🔍 CLIENT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Cherche un ouvrier par métier ou localisation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Consulte les profils détaillés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Contacte via bouton Appel ou WhatsApp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Remplit un formulaire de besoin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Accès simple sans formation nécessaire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STRUCTURE DU SITE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F0F6FA"/>
          </a:solidFill>
          <a:ln w="12700">
            <a:solidFill>
              <a:srgbClr val="028090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064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</a:rPr>
              <a:t>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Accueil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16128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</a:rPr>
              <a:t>Message clair, CTA Trouver / S'inscrire, présentation des métiers et zones, mobile-friendly.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3911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2199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0939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</a:rPr>
              <a:t>/inscription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404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Inscription Ouvrier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148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</a:rPr>
              <a:t>Formulaire complet : nom, métier, région, téléphone, compétences, photo, portfolio chantier.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026664"/>
            <a:ext cx="8595360" cy="868680"/>
          </a:xfrm>
          <a:prstGeom prst="rect">
            <a:avLst/>
          </a:prstGeom>
          <a:solidFill>
            <a:srgbClr val="F0F6FA"/>
          </a:solidFill>
          <a:ln w="12700">
            <a:solidFill>
              <a:srgbClr val="028090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954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081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</a:rPr>
              <a:t>/ouvriers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3924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Trouver un Ouvrier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313639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</a:rPr>
              <a:t>Formulaire client, filtres métier/région, liste de profils avec portfolio, boutons contact.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014216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19709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069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</a:rPr>
              <a:t>/profil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379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Profil Ouvrier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0" y="412394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</a:rPr>
              <a:t>Détails complets, galerie photos, boutons de contact direct, zone avis (future).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FONCTIONNALITÉS PRINCIPALES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11521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Inscription Ouvrier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727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</a:rPr>
              <a:t>Formulaire complet avec upload de portfolio chantier (1 à 3 images).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704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🔎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23560" y="11521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Recherche Client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5727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</a:rPr>
              <a:t>Recherche textuelle par mot-clé et filtres : métier, région, préfecture, commune.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45059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3000" y="24323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Affichage Profils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8529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</a:rPr>
              <a:t>Liste des ouvriers avec photo, métier, localisation, compétences et portfolio visible.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37744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45059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23560" y="24323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Contact Direct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28529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</a:rPr>
              <a:t>Boutons d'appel téléphonique et WhatsApp directement depuis le profil.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3657600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9A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373075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429000" y="37124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Mise en Confiance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41330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</a:rPr>
              <a:t>Section expérience avec preuves visuelles (photos de chantiers réels).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STRUCTURE DE LA BASE DE DONNÉES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Collection : ouvriers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35661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Champ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B2A3B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</a:rPr>
                        <a:t>Identifiant unique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nom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B2A3B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</a:rPr>
                        <a:t>Nom complet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metier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B2A3B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</a:rPr>
                        <a:t>Métier exercé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region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B2A3B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</a:rPr>
                        <a:t>Région administrative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préfecture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B2A3B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</a:rPr>
                        <a:t>Préfecture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commune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B2A3B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</a:rPr>
                        <a:t>Commune / Quartier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téléphone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B2A3B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</a:rPr>
                        <a:t>Numéro de contact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compétences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B2A3B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</a:rPr>
                        <a:t>Liste des compétences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expérience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B2A3B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</a:rPr>
                        <a:t>Années / description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photo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B2A3B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</a:rPr>
                        <a:t>URL ou base64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portfolio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B2A3B"/>
                          </a:solidFill>
                        </a:rPr>
                        <a:t>[String]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</a:rPr>
                        <a:t>Tableau d'URLs d'images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FLUX UTILISATEUR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👷 Parcours Ouvrier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9144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Accueil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9A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17320" y="1508760"/>
            <a:ext cx="9144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17320" y="1508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S'inscrire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155448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9A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68880" y="1508760"/>
            <a:ext cx="9144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508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Formulaire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9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20440" y="1508760"/>
            <a:ext cx="9144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1508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Profil visible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🔍 Parcours Client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150876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926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Accueil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29718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9A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011680" y="2926080"/>
            <a:ext cx="150876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11680" y="2926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Rechercher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29718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9A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703320" y="2926080"/>
            <a:ext cx="150876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03320" y="2926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Voir profil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29718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9A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394960" y="2926080"/>
            <a:ext cx="150876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94960" y="2926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Filtrer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29718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9A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086600" y="2926080"/>
            <a:ext cx="150876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086600" y="2926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Contacter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91363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✅  Résultat : Les ouvriers gagnent en visibilité et les clients trouvent rapidement le bon professionnel.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TECHNOLOGIES PROPOSÉES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0F6FA"/>
          </a:solidFill>
          <a:ln w="12700">
            <a:solidFill>
              <a:srgbClr val="028090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Option 1 — Simple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HTML / CSS / JavaScript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localStorage pour les données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Firebase (option cloud)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Déploiement rapide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Idéal pour prototype ou MVP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F0F6FA"/>
          </a:solidFill>
          <a:ln w="12700">
            <a:solidFill>
              <a:srgbClr val="1B3A6B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393192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7899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Option 2 — Avancée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React ou framework moderne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Backend Node.js / Python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Base de données persistante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Authentification sécurisée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B"/>
                </a:solidFill>
              </a:rPr>
              <a:t>Stockage images &amp; fichiers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DESIGN UI / UX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</a:rPr>
              <a:t>Palette de couleurs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2296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57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B"/>
                </a:solidFill>
              </a:rPr>
              <a:t>Bleu foncé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1463040"/>
            <a:ext cx="822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057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B"/>
                </a:solidFill>
              </a:rPr>
              <a:t>Blanc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463040"/>
            <a:ext cx="8229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057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B"/>
                </a:solidFill>
              </a:rPr>
              <a:t>Turquoise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463040"/>
            <a:ext cx="822960" cy="5486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057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B"/>
                </a:solidFill>
              </a:rPr>
              <a:t>Vert/Jaune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</a:rPr>
              <a:t>Principes de design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274320" cy="27432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B"/>
                </a:solidFill>
              </a:rPr>
              <a:t>Interface claire et rassurante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029968"/>
            <a:ext cx="274320" cy="27432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B"/>
                </a:solidFill>
              </a:rPr>
              <a:t>Navigation simple (clients &amp; ouvriers)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596896"/>
            <a:ext cx="274320" cy="27432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B"/>
                </a:solidFill>
              </a:rPr>
              <a:t>Boutons CTA bien visibles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163824"/>
            <a:ext cx="274320" cy="27432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1455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B"/>
                </a:solidFill>
              </a:rPr>
              <a:t>Responsive — mobile d'abord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</a:rPr>
              <a:t>Éléments UX clés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108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65760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</a:rPr>
              <a:t>Mobile-first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0175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14600" y="3108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514600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</a:rPr>
              <a:t>Portfolio visible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3108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663440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</a:rPr>
              <a:t>Contact direct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12280" y="30175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12280" y="3108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812280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</a:rPr>
              <a:t>Filtres précis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PRIORITÉS DE DÉVELOPPEMENT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58572"/>
            <a:ext cx="77724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48676" y="896423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1192" y="866823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Page d'accueil &amp; navigation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78002"/>
            <a:ext cx="7589520" cy="658368"/>
          </a:xfrm>
          <a:prstGeom prst="rect">
            <a:avLst/>
          </a:prstGeom>
          <a:solidFill>
            <a:srgbClr val="028090">
              <a:alpha val="88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GN" dirty="0"/>
          </a:p>
        </p:txBody>
      </p:sp>
      <p:sp>
        <p:nvSpPr>
          <p:cNvPr id="8" name="Text 6"/>
          <p:cNvSpPr/>
          <p:nvPr/>
        </p:nvSpPr>
        <p:spPr>
          <a:xfrm>
            <a:off x="457200" y="158532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4292" y="1569516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Formulaire d'inscription ouvriers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411691"/>
            <a:ext cx="7406640" cy="658368"/>
          </a:xfrm>
          <a:prstGeom prst="rect">
            <a:avLst/>
          </a:prstGeom>
          <a:solidFill>
            <a:srgbClr val="1B3A6B">
              <a:alpha val="76000"/>
            </a:srgbClr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5465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367366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Recherche et liste des ouvriers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194360"/>
            <a:ext cx="7223760" cy="658368"/>
          </a:xfrm>
          <a:prstGeom prst="rect">
            <a:avLst/>
          </a:prstGeom>
          <a:solidFill>
            <a:srgbClr val="1B3A6B">
              <a:alpha val="64000"/>
            </a:srgbClr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676" y="308602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1192" y="3070059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Portfolio chantier &amp; visuels attractifs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929291"/>
            <a:ext cx="7040880" cy="658368"/>
          </a:xfrm>
          <a:prstGeom prst="rect">
            <a:avLst/>
          </a:prstGeom>
          <a:solidFill>
            <a:srgbClr val="00C49A">
              <a:alpha val="52000"/>
            </a:srgbClr>
          </a:solidFill>
          <a:ln w="12700">
            <a:solidFill>
              <a:srgbClr val="00C4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8527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1192" y="385272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Contact direct — Appel / WhatsApp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F0F6FA"/>
          </a:solidFill>
          <a:ln w="12700">
            <a:solidFill>
              <a:srgbClr val="F0F6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CAE"/>
                </a:solidFill>
              </a:rPr>
              <a:t>Approche itérative : livrer la fonctionnalité de base puis enrichir progressivement.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POINTS IMPORTANTS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Utilisable sans formation — accessibilité maximale.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Les profils doivent inspirer confiance aux clients.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84124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7180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2971800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Le portfolio chantier doit convaincre et rassurer le client.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84124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3192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34440" y="3931920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La recherche doit être performante et précise.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64592" y="4663440"/>
            <a:ext cx="8979408" cy="48006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09160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Réseaux Guinée  •  Connecter les talents locaux avec les clients  • 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669</Words>
  <Application>Microsoft Office PowerPoint</Application>
  <PresentationFormat>Affichage à l'écran (16:9)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Réseaux Guinée - Cahier de Charges</dc:title>
  <dc:subject>PptxGenJS Presentation</dc:subject>
  <dc:creator>PptxGenJS</dc:creator>
  <cp:lastModifiedBy>Marcel Sagno</cp:lastModifiedBy>
  <cp:revision>2</cp:revision>
  <dcterms:created xsi:type="dcterms:W3CDTF">2026-05-06T01:06:39Z</dcterms:created>
  <dcterms:modified xsi:type="dcterms:W3CDTF">2026-05-06T01:22:47Z</dcterms:modified>
</cp:coreProperties>
</file>